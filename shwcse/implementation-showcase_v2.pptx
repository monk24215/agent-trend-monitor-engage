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Roboto"/>
      <p:regular r:id="rId17"/>
      <p:bold r:id="rId18"/>
    </p:embeddedFont>
    <p:embeddedFont>
      <p:font typeface="PT Sans"/>
      <p:regular r:id="rId19"/>
      <p:bold r:id="rId20"/>
    </p:embeddedFont>
    <p:embeddedFont>
      <p:font typeface="Oswald"/>
      <p:regular r:id="rId21"/>
      <p:bold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60120"/>
            <a:ext cx="10881360" cy="18288"/>
          </a:xfrm>
          <a:prstGeom prst="rect">
            <a:avLst/>
          </a:prstGeom>
          <a:solidFill>
            <a:srgbClr val="ECE7D8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8A857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TREND MONITOR · ENGAGE — FIELD DISPATCH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agent that finds tomorrow's</a:t>
            </a:r>
            <a:endParaRPr lang="en-US" sz="44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content — and what it sells.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58368" y="34290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daily content-intelligence system: five surfaced trends, five product-matched angles, published as a newsroom brief — built end to end with Claude.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4526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5+5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58368" y="5394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57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TOPICS / DAY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35808" y="4526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035808" y="5394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57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FIXED 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13248" y="4526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CC5A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413248" y="5394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57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DEPLOYMENTS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6172200"/>
            <a:ext cx="1272845" cy="292608"/>
          </a:xfrm>
          <a:prstGeom prst="rect">
            <a:avLst/>
          </a:prstGeom>
          <a:solidFill>
            <a:srgbClr val="ECE7D8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6172200"/>
            <a:ext cx="127284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12110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PORTFOLIO ·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61996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A564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Built with Claude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AAE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wasn't time- or cost-effective before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now a Tuesday afternoon.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514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857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880360"/>
            <a:ext cx="5029200" cy="12802"/>
          </a:xfrm>
          <a:prstGeom prst="rect">
            <a:avLst/>
          </a:prstGeom>
          <a:solidFill>
            <a:srgbClr val="2C2A25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30632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14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Deep experience across web tech — rare to meet someone carrying 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38404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14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But depth-and-dynamic solutions were gated by time and cost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46177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14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Ambitious builds stayed on the 'someday' list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514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AE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880360"/>
            <a:ext cx="5120640" cy="12802"/>
          </a:xfrm>
          <a:prstGeom prst="rect">
            <a:avLst/>
          </a:prstGeom>
          <a:solidFill>
            <a:srgbClr val="9AAE5E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063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Partnered with Claude, the same depth ships in hours, not weeks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38404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component built and tested to serve its exact purpose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4617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reflects back what's possible — and the possible expanded exponentially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8A857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day, ten decisions made for you.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103120"/>
            <a:ext cx="5212080" cy="3931920"/>
          </a:xfrm>
          <a:prstGeom prst="rect">
            <a:avLst/>
          </a:prstGeom>
          <a:solidFill>
            <a:srgbClr val="1B1A16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91072" y="2103120"/>
            <a:ext cx="5212080" cy="3931920"/>
          </a:xfrm>
          <a:prstGeom prst="rect">
            <a:avLst/>
          </a:prstGeom>
          <a:solidFill>
            <a:srgbClr val="1B1A16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03120"/>
            <a:ext cx="5212080" cy="82296"/>
          </a:xfrm>
          <a:prstGeom prst="rect">
            <a:avLst/>
          </a:prstGeom>
          <a:solidFill>
            <a:srgbClr val="9AAE5E"/>
          </a:solidFill>
          <a:ln/>
        </p:spPr>
      </p:sp>
      <p:sp>
        <p:nvSpPr>
          <p:cNvPr id="7" name="Shape 5"/>
          <p:cNvSpPr/>
          <p:nvPr/>
        </p:nvSpPr>
        <p:spPr>
          <a:xfrm>
            <a:off x="6291072" y="2103120"/>
            <a:ext cx="5212080" cy="82296"/>
          </a:xfrm>
          <a:prstGeom prst="rect">
            <a:avLst/>
          </a:prstGeom>
          <a:solidFill>
            <a:srgbClr val="CC5A3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AAE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 · DISCOVERY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What's most interesting, informative, and useful right now — surfaced from your trusted sources and weighted by domain authority.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8A85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“The Wool vs Synthetic Debate Misses the Real Winter Survival Question”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47104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C5A3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 · DERIVED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47104" y="29718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Each trend crossed with your product catalog — honest headline angles that connect the topic to an offer you earn 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47104" y="44805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8A85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“Your Ferro Rod Gets the Fire Going — This Guide Handles Everything Else” → offer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A564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assess → categorize → generate → document → wait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AAE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fixed core. A swappable edge.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discipline that keeps it simple in purpose while it grows in capability — and the reason one build serves three very different deployments.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697480"/>
            <a:ext cx="109728" cy="658368"/>
          </a:xfrm>
          <a:prstGeom prst="rect">
            <a:avLst/>
          </a:prstGeom>
          <a:solidFill>
            <a:srgbClr val="9AAE5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9748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AE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FIXED 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269748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Constitution: purpose, protocols, refusals — human-edited only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3566160"/>
            <a:ext cx="109728" cy="658368"/>
          </a:xfrm>
          <a:prstGeom prst="rect">
            <a:avLst/>
          </a:prstGeom>
          <a:solidFill>
            <a:srgbClr val="ECE7D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6616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CE7D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FIVE AGENTS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356616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Assessor · Categorizer · Discovery · Derivation · Documenter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4434840"/>
            <a:ext cx="109728" cy="658368"/>
          </a:xfrm>
          <a:prstGeom prst="rect">
            <a:avLst/>
          </a:prstGeom>
          <a:solidFill>
            <a:srgbClr val="ECE7D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3484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CE7D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ANTI-CRUFT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44348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Hard caps force the system to let go before it takes on more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" y="5303520"/>
            <a:ext cx="109728" cy="658368"/>
          </a:xfrm>
          <a:prstGeom prst="rect">
            <a:avLst/>
          </a:prstGeom>
          <a:solidFill>
            <a:srgbClr val="CC5A3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30352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C5A3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MODEL AT THE EDGE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530352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Provider-agnostic seam — deterministic spine, model only where judgment lives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CC5A3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PROOF, NOT PROMISE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headlines. Real offers. Live links.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10835640" cy="868680"/>
          </a:xfrm>
          <a:prstGeom prst="rect">
            <a:avLst/>
          </a:prstGeom>
          <a:solidFill>
            <a:srgbClr val="1B1A16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7568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knots Ray Mears trusts and the hidden cache that makes them worth tying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9631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C5A3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SKILLS → HIDE ANYTHING ANYWHERE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" y="2990088"/>
            <a:ext cx="10835640" cy="868680"/>
          </a:xfrm>
          <a:prstGeom prst="rect">
            <a:avLst/>
          </a:prstGeom>
          <a:solidFill>
            <a:srgbClr val="1B1A16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9981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Wool vs Synthetic Debate Misses the Real Winter Survival Question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C5A3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GEAR → BLACKOUT PROTOCOL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4014216"/>
            <a:ext cx="10835640" cy="868680"/>
          </a:xfrm>
          <a:prstGeom prst="rect">
            <a:avLst/>
          </a:prstGeom>
          <a:solidFill>
            <a:srgbClr val="1B1A16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2394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Ferro Rod Gets the Fire Going — This Guide Handles Everything Else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54456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C5A3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FIRE → DARK RESET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5038344"/>
            <a:ext cx="10835640" cy="868680"/>
          </a:xfrm>
          <a:prstGeom prst="rect">
            <a:avLst/>
          </a:prstGeom>
          <a:solidFill>
            <a:srgbClr val="1B1A16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14807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Already Know How to Build a Gravity Filter — Here's How to Scale 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568696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C5A3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WATER → JOSEPH'S WELL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A564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Generated by the live model against a real seven-product catalog.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AAE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IMPLEMENTATION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solo content operator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10972800" cy="566928"/>
          </a:xfrm>
          <a:prstGeom prst="rect">
            <a:avLst/>
          </a:prstGeom>
          <a:solidFill>
            <a:srgbClr val="9AAE5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10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FOR: an affiliate marketer or creator running a niche on their own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2880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AE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289864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Runs daily on a schedule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322783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brief lands each morning — ten ranked angles, five already matched to offers.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72160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AE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373989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Operator picks and publishes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40690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Turn a headline into a post or email; the affiliate link is already attached.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456285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AE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63040" y="458114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Zero content-strategy overhead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491032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staring at a blank page — the day starts with decisions, not brainstorming.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A564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SAME ENGINE · OPERATOR FRONT-END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CC5A3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IMPLEMENTATION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in an existing site or CMS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10972800" cy="566928"/>
          </a:xfrm>
          <a:prstGeom prst="rect">
            <a:avLst/>
          </a:prstGeom>
          <a:solidFill>
            <a:srgbClr val="CC5A3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10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FOR: a publisher or marketing team with a live WordPress / CMS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2880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5A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289864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Drops in as a topic feed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322783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same core writes to a dashboard widget — editors see today's suggested topics on login.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72160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5A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373989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workflow disruption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40690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It augments the CMS they already use; nothing to migrate, nothing to learn.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456285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5A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63040" y="458114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Traceable by design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491032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suggestion carries its source signal and category — editors trust what they can audit.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A564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SAME ENGINE · CMS EDGE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AAE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IMPLEMENTATION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headless internal tool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10972800" cy="566928"/>
          </a:xfrm>
          <a:prstGeom prst="rect">
            <a:avLst/>
          </a:prstGeom>
          <a:solidFill>
            <a:srgbClr val="9AAE5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10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FOR: a team that wants intelligence delivered, not another app to open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2880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AE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289864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Runs headless on a schedule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322783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UI needed — it executes, documents, and pushes the brief to email or Slack.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72160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AE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373989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Scales past one person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40690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append-only log and invariants make it safe to run unattended for a team.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456285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AE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63040" y="458114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Provider-agnostic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491032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Swap the model in one seam — the engine never changes underneath it.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A564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SAME ENGINE · HEADLESS / API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9AAE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IT TRAVELS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engine. Three deployments.</a:t>
            </a:r>
            <a:endParaRPr lang="en-US" sz="32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rewrites.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274320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core stayed fixed the whole way. Only the delivery edge changed — a file, a CMS widget, an inbox. That's the difference between a demo and something a business can actually adopt.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4114800"/>
            <a:ext cx="3429000" cy="1554480"/>
          </a:xfrm>
          <a:prstGeom prst="rect">
            <a:avLst/>
          </a:prstGeom>
          <a:solidFill>
            <a:srgbClr val="12110F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4114800"/>
            <a:ext cx="3429000" cy="73152"/>
          </a:xfrm>
          <a:prstGeom prst="rect">
            <a:avLst/>
          </a:prstGeom>
          <a:solidFill>
            <a:srgbClr val="9AAE5E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4343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4892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857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morning brief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4114800"/>
            <a:ext cx="3429000" cy="1554480"/>
          </a:xfrm>
          <a:prstGeom prst="rect">
            <a:avLst/>
          </a:prstGeom>
          <a:solidFill>
            <a:srgbClr val="12110F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1688" y="4114800"/>
            <a:ext cx="3429000" cy="73152"/>
          </a:xfrm>
          <a:prstGeom prst="rect">
            <a:avLst/>
          </a:prstGeom>
          <a:solidFill>
            <a:srgbClr val="CC5A31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4343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CMS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6008" y="4892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857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an editor's feed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65008" y="4114800"/>
            <a:ext cx="3429000" cy="1554480"/>
          </a:xfrm>
          <a:prstGeom prst="rect">
            <a:avLst/>
          </a:prstGeom>
          <a:solidFill>
            <a:srgbClr val="12110F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65008" y="4114800"/>
            <a:ext cx="3429000" cy="73152"/>
          </a:xfrm>
          <a:prstGeom prst="rect">
            <a:avLst/>
          </a:prstGeom>
          <a:solidFill>
            <a:srgbClr val="9AAE5E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4343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Headless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39328" y="4892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857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team's inbox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881360" cy="18288"/>
          </a:xfrm>
          <a:prstGeom prst="rect">
            <a:avLst/>
          </a:prstGeom>
          <a:solidFill>
            <a:srgbClr val="ECE7D8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8A857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PARTNERSHIP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reflects back what's possible.</a:t>
            </a:r>
            <a:endParaRPr lang="en-US" sz="38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Mine expanded exponentially.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3246120"/>
            <a:ext cx="9509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Deep web-tech experience was always rare. Paired with Claude, that depth now moves at a speed and scale that wasn't time- or cost-effective before — every component built together, and tested to make sure it serves perfectly.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4846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AAE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Let's build what your team hasn't had time to.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58368" y="5943600"/>
            <a:ext cx="2852928" cy="292608"/>
          </a:xfrm>
          <a:prstGeom prst="rect">
            <a:avLst/>
          </a:prstGeom>
          <a:solidFill>
            <a:srgbClr val="ECE7D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5943600"/>
            <a:ext cx="2852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12110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AVAILABLE FOR WORK · OPEN TO PARTNERSHIP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5897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A564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Built with Claude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2026-08-10T10:03:49Z</dcterms:created>
  <dcterms:modified xsi:type="dcterms:W3CDTF">2026-08-10T10:03:49Z</dcterms:modified>
</cp:coreProperties>
</file>